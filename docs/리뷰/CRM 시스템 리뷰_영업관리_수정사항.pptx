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576"/>
  </p:normalViewPr>
  <p:slideViewPr>
    <p:cSldViewPr snapToGrid="0">
      <p:cViewPr varScale="1">
        <p:scale>
          <a:sx n="95" d="100"/>
          <a:sy n="95" d="100"/>
        </p:scale>
        <p:origin x="5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808742-AB0E-CAF8-5EA0-B58085FC4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C933C0-FECD-DC4E-5048-DB0ACDDFC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CBC932-B0FE-7DB9-4B0C-B46FB236D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9D18-AE79-45AF-A3EC-E126708C161D}" type="datetimeFigureOut">
              <a:rPr lang="ko-KR" altLang="en-US" smtClean="0"/>
              <a:t>2026. 9. 23.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070A16-C609-F37E-E1FF-33A3A8693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68B386-337E-0CCA-E64B-08CFF2B07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01ED4-A174-4A87-8738-3B2F32F0A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944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501913-765E-6F91-C446-7A903A516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781D20-F029-902E-65B5-90F881D4D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E1C55C-4BFB-B5CE-1767-B4654E486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9D18-AE79-45AF-A3EC-E126708C161D}" type="datetimeFigureOut">
              <a:rPr lang="ko-KR" altLang="en-US" smtClean="0"/>
              <a:t>2026. 9. 23.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724E07-2E7A-A0F7-75B6-93681CA83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98E291-C490-A040-02B6-6A3A5CA2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01ED4-A174-4A87-8738-3B2F32F0A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122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345F1A-F9CE-6136-A29C-6DEC182C7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3321CA-D6C1-0854-96AA-E5B3A8E56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34BE3E-FD66-CE48-7F1F-25D9DF552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9D18-AE79-45AF-A3EC-E126708C161D}" type="datetimeFigureOut">
              <a:rPr lang="ko-KR" altLang="en-US" smtClean="0"/>
              <a:t>2026. 9. 23.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FBB19D-FD7F-8185-C3B0-A2EC9B990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EB1E71-3361-8BD4-6C2E-BB2167630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01ED4-A174-4A87-8738-3B2F32F0A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333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C9CDDF-ABEA-DEDB-57A8-3EDC765B4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8D905E-E83B-AA10-D025-50409DDFBC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292597-0387-A3E9-3D33-BABB564C8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46EF3E-E69F-3962-F411-3CF1CC5A0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9D18-AE79-45AF-A3EC-E126708C161D}" type="datetimeFigureOut">
              <a:rPr lang="ko-KR" altLang="en-US" smtClean="0"/>
              <a:t>2026. 9. 23.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6EB032-C016-BAAE-571D-336E8F7CC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4D593F-A686-FAD2-572F-5C482F43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01ED4-A174-4A87-8738-3B2F32F0A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36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72549-9108-AB9D-DBF3-FB11E1B0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713070-FD2A-E34B-BE7B-6F9AB5F18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2BA852-442A-3D20-8586-C9ABCBEBE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A9FDB7-11C2-07B0-800B-35AE85D56D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E8FBAA-F0D6-4240-D6D3-45476E0CB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9A6DB7C-6D6D-6F1A-CBE3-599D1B1F7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9D18-AE79-45AF-A3EC-E126708C161D}" type="datetimeFigureOut">
              <a:rPr lang="ko-KR" altLang="en-US" smtClean="0"/>
              <a:t>2026. 9. 23.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989D22D-4B20-0A94-F614-1CA5405BB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115AF5F-4DEB-30E9-F737-11377E7B5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01ED4-A174-4A87-8738-3B2F32F0A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187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E8058A-0914-6A65-09A1-D60BF2EA1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E429C4-4E81-8D6B-F5CC-70087F975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9D18-AE79-45AF-A3EC-E126708C161D}" type="datetimeFigureOut">
              <a:rPr lang="ko-KR" altLang="en-US" smtClean="0"/>
              <a:t>2026. 9. 23.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C1D343-0C08-4CCE-CEA1-4F694C119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13DAF2-F8D2-1031-FF81-5462C9D4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01ED4-A174-4A87-8738-3B2F32F0A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647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30516DF-3187-3C30-FAF1-8482D8D7E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9D18-AE79-45AF-A3EC-E126708C161D}" type="datetimeFigureOut">
              <a:rPr lang="ko-KR" altLang="en-US" smtClean="0"/>
              <a:t>2026. 9. 23.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7F7CE3-AC85-A130-7202-0F4CC9A08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F5D4C4-79A5-2989-B703-1EE21DC8A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01ED4-A174-4A87-8738-3B2F32F0A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502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EB596-C1FD-F944-AFA0-0F9770B1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2E2EFE-6B30-BB55-E74E-2F9407C25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01F06D-871A-5C1B-C283-2A739D8BD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4BE3C1-1BF8-21AE-D00B-94CD82EC9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9D18-AE79-45AF-A3EC-E126708C161D}" type="datetimeFigureOut">
              <a:rPr lang="ko-KR" altLang="en-US" smtClean="0"/>
              <a:t>2026. 9. 23.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EB65A6-979A-4632-23BF-C36FE5CD9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3D4926-D0B0-04B1-6A2E-194D5E480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01ED4-A174-4A87-8738-3B2F32F0A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035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B1B28-813B-CAEB-3EF0-3505A2B76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46A4684-2A78-A20B-1534-9341DB5AF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A1941F-0D1C-32C9-03C2-76BA73606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AF46A4-C7E0-DA6E-3D32-FD542298F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9D18-AE79-45AF-A3EC-E126708C161D}" type="datetimeFigureOut">
              <a:rPr lang="ko-KR" altLang="en-US" smtClean="0"/>
              <a:t>2026. 9. 23.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355C96-7101-508A-F04D-6CACA856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9F552D-3CF6-5F60-34B8-0456FA550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01ED4-A174-4A87-8738-3B2F32F0A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543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260A0-AC8A-991B-76AF-CC09FD038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D1A07C-E38D-940A-0D71-C4AEA1AAC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EDC014-13F3-37A9-5EDB-7DBBE9BEF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9D18-AE79-45AF-A3EC-E126708C161D}" type="datetimeFigureOut">
              <a:rPr lang="ko-KR" altLang="en-US" smtClean="0"/>
              <a:t>2026. 9. 23.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A31A17-4EA9-BF80-4F80-684B1A89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53F580-959F-307B-8B0A-7D9B481BB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01ED4-A174-4A87-8738-3B2F32F0A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677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4B800B6-5CE8-3024-CF1F-BB6ED70A72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EA0111-B28E-3240-D8CE-48788AE26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32B6E8-B164-5C15-4C14-4620CB8CA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9D18-AE79-45AF-A3EC-E126708C161D}" type="datetimeFigureOut">
              <a:rPr lang="ko-KR" altLang="en-US" smtClean="0"/>
              <a:t>2026. 9. 23.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A791E9-3F9E-12DB-A530-6D0A97AEE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4600C5-46C9-E11F-2A9E-46BC2E627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01ED4-A174-4A87-8738-3B2F32F0A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650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D4D2D4-536C-6A06-A5A0-14FE6A28C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D5EC05-74E2-8308-B9CF-0206C2309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638435-8F82-DCDE-F192-CA1F67CC61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489D18-AE79-45AF-A3EC-E126708C161D}" type="datetimeFigureOut">
              <a:rPr lang="ko-KR" altLang="en-US" smtClean="0"/>
              <a:t>2026. 9. 23.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1ECEBD-D6F6-90AD-281D-8D2170D43C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492630-7943-29D1-37CF-AFC81949F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801ED4-A174-4A87-8738-3B2F32F0A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5848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A98B9F-F451-BFA9-BBED-40A41614D7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CRM </a:t>
            </a:r>
            <a:r>
              <a:rPr lang="ko-KR" altLang="en-US" dirty="0"/>
              <a:t>시스템 리뷰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영업관리파트</a:t>
            </a:r>
            <a:r>
              <a:rPr lang="en-US" altLang="ko-KR" dirty="0"/>
              <a:t>&amp;</a:t>
            </a:r>
            <a:r>
              <a:rPr lang="ko-KR" altLang="en-US" dirty="0"/>
              <a:t>기타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AD2FE2-2F0E-C46E-A574-70790C729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31094"/>
            <a:ext cx="9144000" cy="1655762"/>
          </a:xfrm>
        </p:spPr>
        <p:txBody>
          <a:bodyPr/>
          <a:lstStyle/>
          <a:p>
            <a:r>
              <a:rPr lang="en-US" altLang="ko-KR" dirty="0"/>
              <a:t>2026.9.22.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8982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759277-5B0E-DDD2-A536-E3477AC22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영업 사업</a:t>
            </a:r>
            <a:r>
              <a:rPr lang="en-US" altLang="ko-KR" dirty="0"/>
              <a:t>-</a:t>
            </a:r>
            <a:r>
              <a:rPr lang="ko-KR" altLang="en-US" dirty="0"/>
              <a:t>등록화면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801358-ABB5-5483-D951-1814772D6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595" y="1508633"/>
            <a:ext cx="10515600" cy="4351338"/>
          </a:xfrm>
        </p:spPr>
        <p:txBody>
          <a:bodyPr/>
          <a:lstStyle/>
          <a:p>
            <a:r>
              <a:rPr lang="en-US" altLang="ko-KR" dirty="0">
                <a:solidFill>
                  <a:srgbClr val="FF0000"/>
                </a:solidFill>
              </a:rPr>
              <a:t>VAT </a:t>
            </a:r>
            <a:r>
              <a:rPr lang="ko-KR" altLang="en-US" dirty="0">
                <a:solidFill>
                  <a:srgbClr val="FF0000"/>
                </a:solidFill>
              </a:rPr>
              <a:t>포함 여부 체크박스 추가 건의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250E71D-6A5E-6D2D-81AC-121252834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731" y="2203577"/>
            <a:ext cx="7430537" cy="456130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FDEBFD-27E9-514A-562A-7C70798BB046}"/>
              </a:ext>
            </a:extLst>
          </p:cNvPr>
          <p:cNvSpPr/>
          <p:nvPr/>
        </p:nvSpPr>
        <p:spPr>
          <a:xfrm>
            <a:off x="2548127" y="5348288"/>
            <a:ext cx="7430537" cy="6623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822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58DFC-394F-9BE0-EE56-04774B9B1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정기점검 일정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786A12A-A850-35D7-3C33-B5E0489DA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88" y="2018624"/>
            <a:ext cx="11545824" cy="421063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EB5B906-4271-994D-5EAB-115CEC4FDF5C}"/>
              </a:ext>
            </a:extLst>
          </p:cNvPr>
          <p:cNvSpPr/>
          <p:nvPr/>
        </p:nvSpPr>
        <p:spPr>
          <a:xfrm>
            <a:off x="9973055" y="3328416"/>
            <a:ext cx="1895857" cy="7437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1449989-9B59-4408-C054-8315044754BA}"/>
              </a:ext>
            </a:extLst>
          </p:cNvPr>
          <p:cNvSpPr/>
          <p:nvPr/>
        </p:nvSpPr>
        <p:spPr>
          <a:xfrm>
            <a:off x="6382511" y="5485551"/>
            <a:ext cx="1895857" cy="7437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D8C247-2168-ED4D-C898-0C984CBD662F}"/>
              </a:ext>
            </a:extLst>
          </p:cNvPr>
          <p:cNvSpPr/>
          <p:nvPr/>
        </p:nvSpPr>
        <p:spPr>
          <a:xfrm>
            <a:off x="1613922" y="1541847"/>
            <a:ext cx="8042142" cy="49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rgbClr val="FF0000"/>
                </a:solidFill>
              </a:rPr>
              <a:t>2026.8</a:t>
            </a:r>
            <a:r>
              <a:rPr lang="ko-KR" altLang="en-US" sz="2400" dirty="0">
                <a:solidFill>
                  <a:srgbClr val="FF0000"/>
                </a:solidFill>
              </a:rPr>
              <a:t>월 </a:t>
            </a:r>
            <a:r>
              <a:rPr lang="en-US" altLang="ko-KR" sz="2400" dirty="0">
                <a:solidFill>
                  <a:srgbClr val="FF0000"/>
                </a:solidFill>
              </a:rPr>
              <a:t>KLAS </a:t>
            </a:r>
            <a:r>
              <a:rPr lang="ko-KR" altLang="en-US" sz="2400" dirty="0">
                <a:solidFill>
                  <a:srgbClr val="FF0000"/>
                </a:solidFill>
              </a:rPr>
              <a:t>해미도서관 </a:t>
            </a:r>
            <a:r>
              <a:rPr lang="en-US" altLang="ko-KR" sz="2400" dirty="0">
                <a:solidFill>
                  <a:srgbClr val="FF0000"/>
                </a:solidFill>
              </a:rPr>
              <a:t>2</a:t>
            </a:r>
            <a:r>
              <a:rPr lang="ko-KR" altLang="en-US" sz="2400" dirty="0">
                <a:solidFill>
                  <a:srgbClr val="FF0000"/>
                </a:solidFill>
              </a:rPr>
              <a:t>건 들어가 있음</a:t>
            </a:r>
            <a:endParaRPr lang="en-US" altLang="ko-KR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9971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C83639-9BD6-B792-830A-5D6E613D7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오늘 내 업무 오류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05C67B-91DD-36EB-8329-CC877C774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672" y="1690688"/>
            <a:ext cx="10168128" cy="149596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C56E4B2-2801-B6FC-FC96-412A1D000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52" y="3671347"/>
            <a:ext cx="6599744" cy="272613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A25D253-6CA9-3931-39CA-ACAA09B83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5" y="4262310"/>
            <a:ext cx="5691201" cy="1810003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ACA39AF-95FB-AE2F-0E20-E82DAA2BDEBC}"/>
              </a:ext>
            </a:extLst>
          </p:cNvPr>
          <p:cNvCxnSpPr>
            <a:cxnSpLocks/>
          </p:cNvCxnSpPr>
          <p:nvPr/>
        </p:nvCxnSpPr>
        <p:spPr>
          <a:xfrm flipH="1">
            <a:off x="2852928" y="3304032"/>
            <a:ext cx="609600" cy="73152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D7620D6-BAC2-8897-892C-C29B01655FD8}"/>
              </a:ext>
            </a:extLst>
          </p:cNvPr>
          <p:cNvCxnSpPr>
            <a:cxnSpLocks/>
          </p:cNvCxnSpPr>
          <p:nvPr/>
        </p:nvCxnSpPr>
        <p:spPr>
          <a:xfrm>
            <a:off x="4605528" y="5167311"/>
            <a:ext cx="1664208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6BD4D50-7D7C-16D6-B95D-370030B41114}"/>
              </a:ext>
            </a:extLst>
          </p:cNvPr>
          <p:cNvSpPr/>
          <p:nvPr/>
        </p:nvSpPr>
        <p:spPr>
          <a:xfrm>
            <a:off x="1040314" y="1503537"/>
            <a:ext cx="9966014" cy="49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rgbClr val="FF0000"/>
                </a:solidFill>
              </a:rPr>
              <a:t>WT-982</a:t>
            </a:r>
            <a:r>
              <a:rPr lang="ko-KR" altLang="en-US" sz="2400" dirty="0">
                <a:solidFill>
                  <a:srgbClr val="FF0000"/>
                </a:solidFill>
              </a:rPr>
              <a:t>건 하위 업무가 모두 완료상태임에도 불구하고 완료처리가 </a:t>
            </a:r>
            <a:endParaRPr lang="en-US" altLang="ko-KR" sz="2400" dirty="0">
              <a:solidFill>
                <a:srgbClr val="FF0000"/>
              </a:solidFill>
            </a:endParaRPr>
          </a:p>
          <a:p>
            <a:pPr algn="ctr"/>
            <a:r>
              <a:rPr lang="ko-KR" altLang="en-US" sz="2400" dirty="0">
                <a:solidFill>
                  <a:srgbClr val="FF0000"/>
                </a:solidFill>
              </a:rPr>
              <a:t>안되어 지연일수 누적됨 </a:t>
            </a:r>
            <a:endParaRPr lang="en-US" altLang="ko-KR" sz="2400" dirty="0">
              <a:solidFill>
                <a:srgbClr val="FF0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C1D7CD9-E559-C773-D026-E455C8ABEE1A}"/>
              </a:ext>
            </a:extLst>
          </p:cNvPr>
          <p:cNvSpPr/>
          <p:nvPr/>
        </p:nvSpPr>
        <p:spPr>
          <a:xfrm>
            <a:off x="377951" y="4298299"/>
            <a:ext cx="3913633" cy="5644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586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5DBBA-FAB8-E108-AA10-63E79B815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AS/</a:t>
            </a:r>
            <a:r>
              <a:rPr lang="ko-KR" altLang="en-US" dirty="0"/>
              <a:t>정기점검</a:t>
            </a:r>
            <a:r>
              <a:rPr lang="en-US" altLang="ko-KR" dirty="0"/>
              <a:t>/</a:t>
            </a:r>
            <a:r>
              <a:rPr lang="ko-KR" altLang="en-US" dirty="0"/>
              <a:t>행정 및 지원 분류가 </a:t>
            </a:r>
            <a:br>
              <a:rPr lang="en-US" altLang="ko-KR" dirty="0"/>
            </a:br>
            <a:r>
              <a:rPr lang="en-US" altLang="ko-KR" dirty="0"/>
              <a:t>   </a:t>
            </a:r>
            <a:r>
              <a:rPr lang="ko-KR" altLang="en-US" dirty="0"/>
              <a:t>애매한 사항들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FF7DB2-F246-7A17-4FDF-9219692B1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2141537"/>
            <a:ext cx="10515600" cy="4351338"/>
          </a:xfrm>
        </p:spPr>
        <p:txBody>
          <a:bodyPr/>
          <a:lstStyle/>
          <a:p>
            <a:r>
              <a:rPr lang="ko-KR" altLang="en-US" dirty="0"/>
              <a:t>천안시 공공도서관 </a:t>
            </a:r>
            <a:r>
              <a:rPr lang="en-US" altLang="ko-KR" dirty="0"/>
              <a:t>DB </a:t>
            </a:r>
            <a:r>
              <a:rPr lang="ko-KR" altLang="en-US" dirty="0"/>
              <a:t>서버 아이피 수정</a:t>
            </a:r>
          </a:p>
          <a:p>
            <a:r>
              <a:rPr lang="en-US" altLang="ko-KR" dirty="0"/>
              <a:t>KDI </a:t>
            </a:r>
            <a:r>
              <a:rPr lang="ko-KR" altLang="en-US" dirty="0"/>
              <a:t>자대기 납품 전 태그 테스트</a:t>
            </a:r>
          </a:p>
          <a:p>
            <a:r>
              <a:rPr lang="ko-KR" altLang="en-US" dirty="0" err="1"/>
              <a:t>어진동복컴</a:t>
            </a:r>
            <a:r>
              <a:rPr lang="ko-KR" altLang="en-US" dirty="0"/>
              <a:t> </a:t>
            </a:r>
            <a:r>
              <a:rPr lang="ko-KR" altLang="en-US" dirty="0" err="1"/>
              <a:t>무인민원발급기</a:t>
            </a:r>
            <a:r>
              <a:rPr lang="ko-KR" altLang="en-US" dirty="0"/>
              <a:t> 미래등기시스템 웹 접근성 오류</a:t>
            </a:r>
          </a:p>
          <a:p>
            <a:r>
              <a:rPr lang="ko-KR" altLang="en-US" dirty="0"/>
              <a:t>국립세종 정기점검 및 자대기 </a:t>
            </a:r>
            <a:r>
              <a:rPr lang="ko-KR" altLang="en-US" dirty="0" err="1"/>
              <a:t>재대출</a:t>
            </a:r>
            <a:r>
              <a:rPr lang="ko-KR" altLang="en-US" dirty="0"/>
              <a:t> 기능 연동 작업</a:t>
            </a:r>
          </a:p>
          <a:p>
            <a:endParaRPr lang="ko-KR" altLang="en-US" dirty="0"/>
          </a:p>
          <a:p>
            <a:r>
              <a:rPr lang="en-US" altLang="ko-KR" dirty="0"/>
              <a:t>CRM</a:t>
            </a:r>
            <a:r>
              <a:rPr lang="ko-KR" altLang="en-US" dirty="0"/>
              <a:t>에 </a:t>
            </a:r>
            <a:r>
              <a:rPr lang="en-US" altLang="ko-KR" dirty="0"/>
              <a:t>AS</a:t>
            </a:r>
            <a:r>
              <a:rPr lang="ko-KR" altLang="en-US" dirty="0"/>
              <a:t>가 아닌 행정</a:t>
            </a:r>
            <a:r>
              <a:rPr lang="en-US" altLang="ko-KR" dirty="0"/>
              <a:t>/</a:t>
            </a:r>
            <a:r>
              <a:rPr lang="ko-KR" altLang="en-US" dirty="0"/>
              <a:t>지원 업무로 내용 입력할 수 있도록 수정 요청</a:t>
            </a:r>
          </a:p>
        </p:txBody>
      </p:sp>
    </p:spTree>
    <p:extLst>
      <p:ext uri="{BB962C8B-B14F-4D97-AF65-F5344CB8AC3E}">
        <p14:creationId xmlns:p14="http://schemas.microsoft.com/office/powerpoint/2010/main" val="1978830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107</Words>
  <Application>Microsoft Macintosh PowerPoint</Application>
  <PresentationFormat>와이드스크린</PresentationFormat>
  <Paragraphs>16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CRM 시스템 리뷰  (영업관리파트&amp;기타)</vt:lpstr>
      <vt:lpstr>1. 영업 사업-등록화면 </vt:lpstr>
      <vt:lpstr>2. 정기점검 일정 </vt:lpstr>
      <vt:lpstr>3. 오늘 내 업무 오류 </vt:lpstr>
      <vt:lpstr>4. AS/정기점검/행정 및 지원 분류가     애매한 사항들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해진 이</cp:lastModifiedBy>
  <cp:revision>12</cp:revision>
  <dcterms:created xsi:type="dcterms:W3CDTF">2026-09-22T01:53:02Z</dcterms:created>
  <dcterms:modified xsi:type="dcterms:W3CDTF">2026-09-23T00:17:34Z</dcterms:modified>
</cp:coreProperties>
</file>